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FF66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6B87B-75AE-40BB-B4F8-D5BC708825C9}" type="datetimeFigureOut">
              <a:rPr lang="en-IN" smtClean="0"/>
              <a:t>14-02-2025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B115-A81B-43E4-BEB7-01B5F273C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902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6B87B-75AE-40BB-B4F8-D5BC708825C9}" type="datetimeFigureOut">
              <a:rPr lang="en-IN" smtClean="0"/>
              <a:t>14-02-2025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B115-A81B-43E4-BEB7-01B5F273C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057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6B87B-75AE-40BB-B4F8-D5BC708825C9}" type="datetimeFigureOut">
              <a:rPr lang="en-IN" smtClean="0"/>
              <a:t>14-02-2025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B115-A81B-43E4-BEB7-01B5F273C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244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6B87B-75AE-40BB-B4F8-D5BC708825C9}" type="datetimeFigureOut">
              <a:rPr lang="en-IN" smtClean="0"/>
              <a:t>14-02-2025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B115-A81B-43E4-BEB7-01B5F273C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979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6B87B-75AE-40BB-B4F8-D5BC708825C9}" type="datetimeFigureOut">
              <a:rPr lang="en-IN" smtClean="0"/>
              <a:t>14-02-2025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B115-A81B-43E4-BEB7-01B5F273C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276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6B87B-75AE-40BB-B4F8-D5BC708825C9}" type="datetimeFigureOut">
              <a:rPr lang="en-IN" smtClean="0"/>
              <a:t>14-02-2025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B115-A81B-43E4-BEB7-01B5F273C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13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6B87B-75AE-40BB-B4F8-D5BC708825C9}" type="datetimeFigureOut">
              <a:rPr lang="en-IN" smtClean="0"/>
              <a:t>14-02-2025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B115-A81B-43E4-BEB7-01B5F273C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976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6B87B-75AE-40BB-B4F8-D5BC708825C9}" type="datetimeFigureOut">
              <a:rPr lang="en-IN" smtClean="0"/>
              <a:t>14-02-2025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B115-A81B-43E4-BEB7-01B5F273C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7298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6B87B-75AE-40BB-B4F8-D5BC708825C9}" type="datetimeFigureOut">
              <a:rPr lang="en-IN" smtClean="0"/>
              <a:t>14-02-2025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B115-A81B-43E4-BEB7-01B5F273C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524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6B87B-75AE-40BB-B4F8-D5BC708825C9}" type="datetimeFigureOut">
              <a:rPr lang="en-IN" smtClean="0"/>
              <a:t>14-02-2025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B115-A81B-43E4-BEB7-01B5F273C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620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6B87B-75AE-40BB-B4F8-D5BC708825C9}" type="datetimeFigureOut">
              <a:rPr lang="en-IN" smtClean="0"/>
              <a:t>14-02-2025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4B115-A81B-43E4-BEB7-01B5F273C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769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16B87B-75AE-40BB-B4F8-D5BC708825C9}" type="datetimeFigureOut">
              <a:rPr lang="en-IN" smtClean="0"/>
              <a:t>14-02-2025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4B115-A81B-43E4-BEB7-01B5F273CB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170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11560" y="2492896"/>
            <a:ext cx="8280920" cy="34563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 descr="C:\Users\DELL\OneDrive\Desktop\Clinic Images\Images\Image for 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00608" y="1044178"/>
            <a:ext cx="3384376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619672" y="1944278"/>
            <a:ext cx="7705426" cy="1584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b="1" dirty="0" smtClean="0">
                <a:solidFill>
                  <a:srgbClr val="FF0000"/>
                </a:solidFill>
                <a:latin typeface="Arial Black" pitchFamily="34" charset="0"/>
              </a:rPr>
              <a:t>HOPE PHYSIOTHERAPY SERVICES</a:t>
            </a:r>
          </a:p>
          <a:p>
            <a:pPr algn="ctr"/>
            <a:r>
              <a:rPr lang="en-IN" sz="2200" b="1" dirty="0" smtClean="0">
                <a:solidFill>
                  <a:srgbClr val="00B050"/>
                </a:solidFill>
              </a:rPr>
              <a:t>In Physiotherapy, We don’t just treat injuries, We treat hope</a:t>
            </a:r>
            <a:endParaRPr lang="en-IN" sz="22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5208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6" descr="How physiotherapy can help?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8" descr="How physiotherapy can help?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191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15</Words>
  <Application>Microsoft Office PowerPoint</Application>
  <PresentationFormat>On-screen Show (4:3)</PresentationFormat>
  <Paragraphs>2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8</cp:revision>
  <dcterms:created xsi:type="dcterms:W3CDTF">2025-02-14T11:33:27Z</dcterms:created>
  <dcterms:modified xsi:type="dcterms:W3CDTF">2025-02-14T19:37:52Z</dcterms:modified>
</cp:coreProperties>
</file>